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70" r:id="rId13"/>
    <p:sldId id="272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4" d="100"/>
          <a:sy n="74" d="100"/>
        </p:scale>
        <p:origin x="638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7385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 MEMORY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AI for Enterprise Decision Intelligence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6988" y="416052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6988" y="4160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78708" y="4160520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34740" y="416052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2A35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34740" y="4160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Verify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66460" y="4160520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22492" y="416052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2A35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22492" y="4160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Persists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554212" y="4160520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810244" y="416052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2A35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10244" y="4160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Findable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E9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Hackathon  •  Team 2  •  Track: Human-in-the-Loop AI Assistant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— Human-in-the-Loop AI Assistant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94560" y="1417320"/>
            <a:ext cx="512064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94560" y="141732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HUMAN-IN-THE-LOOP AI ASSISTANT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1772" y="2331720"/>
            <a:ext cx="2542032" cy="28803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29868" y="274320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29868" y="2743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98932" y="402336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Dabas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8932" y="443484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69564" y="2331720"/>
            <a:ext cx="2542032" cy="28803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37660" y="274320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37660" y="2743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506724" y="402336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Archana Thakur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06724" y="443484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77356" y="2331720"/>
            <a:ext cx="2542032" cy="28803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045452" y="274320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45452" y="2743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14516" y="402336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Shanti Vaddi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14516" y="443484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85148" y="2331720"/>
            <a:ext cx="2542032" cy="28803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953244" y="274320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953244" y="2743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322308" y="402336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Varalakshmi Nooli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22308" y="443484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 MEMORY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Knowledge Loss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62763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this technology chosen over the alternatives?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risks were knowingly accepted?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36499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approved it — and based on what evidence?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lives in scattered emails, chats &amp; people's heads — and disappears when they leave.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0" y="1691640"/>
            <a:ext cx="4800600" cy="3931920"/>
          </a:xfrm>
          <a:prstGeom prst="roundRect">
            <a:avLst>
              <a:gd name="adj" fmla="val 2093"/>
            </a:avLst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86600" y="17830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000" dirty="0"/>
          </a:p>
        </p:txBody>
      </p:sp>
      <p:sp>
        <p:nvSpPr>
          <p:cNvPr id="16" name="Text 14"/>
          <p:cNvSpPr/>
          <p:nvPr/>
        </p:nvSpPr>
        <p:spPr>
          <a:xfrm>
            <a:off x="7315200" y="28346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WHAT was decided.</a:t>
            </a:r>
            <a:endParaRPr lang="en-US" sz="22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forgot WHY.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0" y="4343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</a:rPr>
              <a:t>THE CORE DILEMMA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 MEMORY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 Memory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30936" y="178308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0976" y="210312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50976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50976" y="28803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0976" y="3337560"/>
            <a:ext cx="2788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Rebuilds decision reasoning from emails, specs &amp; notes.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9976" y="178308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0016" y="210312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0016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0016" y="28803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0016" y="3337560"/>
            <a:ext cx="2788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human validation before anything becomes official.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29016" y="178308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49056" y="210312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49056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49056" y="28803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49056" y="3337560"/>
            <a:ext cx="2788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verified decisions searchable &amp; auditable forever.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162556" y="4800600"/>
            <a:ext cx="7863840" cy="5029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162556" y="48006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PHILOSOPHY:  The AI does the heavy lifting.  Humans hold the pen.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 MEMORY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HITL Framework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85216" y="1828800"/>
            <a:ext cx="25146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68196" y="1554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68196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8096" y="22402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Upload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28803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notes &amp; emails uploaded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99816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19856" y="1828800"/>
            <a:ext cx="25146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02836" y="1554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02836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02736" y="22402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02736" y="28803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+ evidence + risk score — never final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34456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54496" y="1828800"/>
            <a:ext cx="25146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37476" y="1554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37476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37376" y="22402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37376" y="28803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approves, edits or rejects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69096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89136" y="1828800"/>
            <a:ext cx="25146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072116" y="1554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72116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72016" y="22402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Log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72016" y="28803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trail → verified knowledge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071116" y="4617720"/>
            <a:ext cx="8046720" cy="45720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071116" y="4617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AI never acts autonomously — every output needs explicit human approval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 MEMORY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Safety &amp; Operational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03911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Labels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draft rated LOW / MEDIUM / HIGH / BLOCKED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62940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294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203911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Approval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69748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 draft; Reviewers approve — duties stay separate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420624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1422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Guardrails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80060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PII masking &amp; credential leak protection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88620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29400" y="42062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2940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414223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/ Rollback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480060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instantly revert any memory, with full history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 MEMORY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105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React 18 · Vite · Tailwind · Framer Motion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40480" y="1810512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FFFFFF"/>
                </a:solidFill>
              </a:rPr>
              <a:t>Login  →  Dashboard  →  Create Memory  →  Ask Knowledge Base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18096"/>
                </a:solidFill>
              </a:rPr>
              <a:t>↓  REST API  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2A3576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136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4472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FastAPI (Python)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0" y="3136392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FFFFFF"/>
                </a:solidFill>
              </a:rPr>
              <a:t>Routes  →  Core Services  →  Guardrails Pipeline  →  Memory Lifecycle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3483864" cy="1280160"/>
          </a:xfrm>
          <a:prstGeom prst="roundRect">
            <a:avLst>
              <a:gd name="adj" fmla="val 6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48056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FTS5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4892040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full-text search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52544" y="4343400"/>
            <a:ext cx="3483864" cy="1280160"/>
          </a:xfrm>
          <a:prstGeom prst="roundRect">
            <a:avLst>
              <a:gd name="adj" fmla="val 6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81144" y="448056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81144" y="4892040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2 Lite + Guardrails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56448" y="4343400"/>
            <a:ext cx="3483864" cy="1280160"/>
          </a:xfrm>
          <a:prstGeom prst="roundRect">
            <a:avLst>
              <a:gd name="adj" fmla="val 6429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85048" y="448056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85048" y="4892040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document storage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 MEMORY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424281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18, Tailwind, Framer Motion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modern, component-driven UX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(Python)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performance, type safety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Bedrock — Nova 2 Lite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latency, enterprise-grade reasoning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Bedrock Guardrails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PII anonymization &amp; safety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+ FTS5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Zero-config, embedded 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Scalable, pre-signed secure URLs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SSO-style Auth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Contributor / Reviewer 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 MEMORY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Defense in Depth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LOCAL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Regex-based PII scan runs on upload — masks sensitive patterns before AI ever sees them.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→ #.#.#.#   ·   SSN → ###-##-####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7667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37960" y="18745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AWS CLOUD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23774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in AWS Console — no redeploy. Anonymizes SSNs &amp; cards, blocks AWS keys and harmful content outright.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11091672" cy="22860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Detected 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Taken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SSN / Credit Card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Anonymized via Bedrock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###-##-####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Address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Masked on upload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#.#.#.#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Keys / Credentials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completely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Fails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Harmful 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completely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Fails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 MEMORY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Different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3840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1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7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Approach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Impact Memory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writing &amp; upkeep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reconstructs from 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&amp; 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verification process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Human-verified truth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Gets stale over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Continuously updated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audit trail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action immutably logged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native content safety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masked, credentials blocked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 MEMORY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ROI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391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Preservation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turnover &amp; reorgs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20391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Onboarding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2926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 get instant context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21040" y="17830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95360" y="2039112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95360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9536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95360" y="2926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time-stamped trail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" y="373075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297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Risk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617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unsupported claims early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34840" y="347472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373075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09160" y="4297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09160" y="4617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conflicting document versions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21040" y="347472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595360" y="3730752"/>
            <a:ext cx="457200" cy="457200"/>
          </a:xfrm>
          <a:prstGeom prst="ellipse">
            <a:avLst/>
          </a:prstGeom>
          <a:solidFill>
            <a:srgbClr val="5B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595360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595360" y="4297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Cross-Verification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95360" y="4617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links to source documents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 MEMORY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Product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43484" y="201168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29868" y="22860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29868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0644" y="301752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0644" y="374904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Teams — upload docs straight from chat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7772" y="201168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34156" y="22860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34156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84932" y="301752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Auto-Ingestion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4932" y="374904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for Confluence, SharePoint, Drive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52060" y="201168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838444" y="22860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38444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89220" y="301752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Mapping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89220" y="374904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graph of which decisions impact which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56348" y="201168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42732" y="22860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42732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93508" y="301752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Governance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3508" y="374904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alerts: “this decision is 12mo old”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60636" y="201168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447020" y="22860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447020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97796" y="301752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Scale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97796" y="374904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Multi-language, ServiceNow/Jira, large-scale RAG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 MEMORY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023360" cy="4023360"/>
          </a:xfrm>
          <a:prstGeom prst="ellipse">
            <a:avLst/>
          </a:prstGeom>
          <a:solidFill>
            <a:srgbClr val="141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0" y="6217920"/>
            <a:ext cx="3657600" cy="3657600"/>
          </a:xfrm>
          <a:prstGeom prst="ellipse">
            <a:avLst/>
          </a:prstGeom>
          <a:solidFill>
            <a:srgbClr val="141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534156" y="4114800"/>
            <a:ext cx="5120640" cy="502920"/>
          </a:xfrm>
          <a:prstGeom prst="roundRect">
            <a:avLst>
              <a:gd name="adj" fmla="val 50000"/>
            </a:avLst>
          </a:prstGeom>
          <a:solidFill>
            <a:srgbClr val="2A35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34156" y="41148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github.com/noolivaralakshmi/HITL_Hackathon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E9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Priyanka Dabas · Archana Thakur · Shanti Vaddi · Varalakshmi Nooli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779</Words>
  <Application>Microsoft Office PowerPoint</Application>
  <PresentationFormat>Widescreen</PresentationFormat>
  <Paragraphs>242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shanti Vaddi</cp:lastModifiedBy>
  <cp:revision>3</cp:revision>
  <dcterms:created xsi:type="dcterms:W3CDTF">2026-08-01T00:06:55Z</dcterms:created>
  <dcterms:modified xsi:type="dcterms:W3CDTF">2026-08-01T01:21:05Z</dcterms:modified>
</cp:coreProperties>
</file>